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252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D2080A-BEDC-70EA-DD78-FF9F3B0F0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E79139F-17AE-DAD6-0EF8-2C078CAECD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1AE37F-3B16-C197-EEDE-625CEC099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1E390-5D1C-4D4D-B607-151DFB8ADEAC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C23ABA-EA43-5475-9268-E46A2BDB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9CB7C3-BA7B-B759-E8DA-658977951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6A6E-0707-425F-B9E9-D4F44D973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4420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92A1F5-4392-9D8F-843B-9B79F0163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316B5A-EF78-2326-B278-CE093C5D5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2A75A9-B316-E3E7-092F-17680D10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1E390-5D1C-4D4D-B607-151DFB8ADEAC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A57FC3-1054-F931-04BE-C7428D018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D220AF-CDA5-94EE-3AE7-D71EDC055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6A6E-0707-425F-B9E9-D4F44D973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424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C686A0-4F1C-20B8-1EC8-C7FF45EC8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6A5F25-349F-5EF3-2B07-59C8BDA59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F2C700-E758-BA93-1073-9D6313F9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1E390-5D1C-4D4D-B607-151DFB8ADEAC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424F86-848E-1891-3D84-1361F9DE3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F7F11B-9BDF-69F7-3EF8-B53BCDFB3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6A6E-0707-425F-B9E9-D4F44D973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565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CC05C6-18B6-1E38-3044-9768A4960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0ED35E-EAFB-FB3E-02EE-029F442DFF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B3A36F-DC79-F26A-47B6-48AD54E2B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A28643-65B2-72D8-8C42-CB3C58FC1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1E390-5D1C-4D4D-B607-151DFB8ADEAC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FEA6D0-7FEC-2AE2-E42E-59066355F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88185B-0363-77DC-BBAC-02BFE5077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6A6E-0707-425F-B9E9-D4F44D973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248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A13429-B8D4-A165-06A6-2CE287A24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74F8BD-D918-6FA3-BBDE-EC77D8966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AE848EE-0474-4F31-D3AE-7B1D21BBB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7ACF538-25CF-CA65-5E6B-1CCF830170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AFBF1B0-22A7-F431-B9BE-DF7F0D754A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0AD9A05-C807-1DFD-E8D5-A41F8B6D4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1E390-5D1C-4D4D-B607-151DFB8ADEAC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8A5905-CE28-1A5D-3DE1-AFA5FFE81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248D322-BDD2-1D31-9983-090704F52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6A6E-0707-425F-B9E9-D4F44D973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927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76D80E-E3C5-74A4-E67A-2A44A7550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CB8B05-9F7E-149A-3F43-A689E78FB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1E390-5D1C-4D4D-B607-151DFB8ADEAC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7D1BE1-31EA-7E85-636E-DE414E135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E37B9B-916B-D725-9648-A40C01FB6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6A6E-0707-425F-B9E9-D4F44D973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811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487482-D72A-9435-CEA9-C4BF782B1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1E390-5D1C-4D4D-B607-151DFB8ADEAC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AD86FED-63FF-A90F-D585-702050957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C946CB-55C2-A903-A36F-38E0EB2E1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6A6E-0707-425F-B9E9-D4F44D973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6255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91B995-CA50-54DE-1548-301FA6384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161C18-BC19-8784-9329-8D3C0827E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EAA269-2308-7127-9C50-965560511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1009C0-6A6E-BB90-25E6-21DC265CB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1E390-5D1C-4D4D-B607-151DFB8ADEAC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C422D9-E640-02D8-78B7-741B0810D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7854BA-1BB4-E608-4BBF-1FC266E45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6A6E-0707-425F-B9E9-D4F44D973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7016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9CDF47-96AA-A4DD-1E30-56B746070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7DE35D8-9718-5B34-7FC2-32E195A642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F2F0B7-984E-BF2C-345E-9A783F2D9A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B169C4-5E8F-4DD6-C000-0915EED1D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1E390-5D1C-4D4D-B607-151DFB8ADEAC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3065C3-1565-C8D6-D32C-E030B3926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E830F2-B642-D042-95AF-E198DF4CD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6A6E-0707-425F-B9E9-D4F44D973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715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92224C-8585-A5FE-68CE-E4D35A755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B1852B-04AF-070E-4D89-33A763251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3874E9-0E6B-9555-A3BE-5C6ED9BFD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1E390-5D1C-4D4D-B607-151DFB8ADEAC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9B0226-687C-6516-46B7-DE76B0F06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28D71A-CA01-F94F-17D9-35020B7A0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6A6E-0707-425F-B9E9-D4F44D973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317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36BBCC5-98E5-2DDE-6BD2-B2B50D0194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B1EC083-1AC6-8618-75CA-82EED2F05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AF2E11-AC37-1C6D-BC7B-2D689B76B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1E390-5D1C-4D4D-B607-151DFB8ADEAC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1CA286-9339-BC2C-43D5-EC8FCEC62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C8D989-24FC-C728-A8D4-672242B32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6A6E-0707-425F-B9E9-D4F44D973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459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BEA890A-16CE-76DD-7D16-07043ABE3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94112C-2F2C-9C15-4C30-2C4C5D473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A07CE8-63A8-B97F-F537-2E472957A2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81E390-5D1C-4D4D-B607-151DFB8ADEAC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5FE1E9-B392-C936-79F0-8EBE5AE398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4BB42E-D07F-29ED-1A33-F90F74D84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546A6E-0707-425F-B9E9-D4F44D973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544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1BC98D3-F3ED-E16E-7C0F-5F968753B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4450" y="2235200"/>
            <a:ext cx="9144000" cy="2387600"/>
          </a:xfrm>
        </p:spPr>
        <p:txBody>
          <a:bodyPr anchor="ctr"/>
          <a:lstStyle/>
          <a:p>
            <a:r>
              <a:rPr lang="en-US" altLang="ko-KR"/>
              <a:t>Rest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1374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E8DEF-BFC7-0B9B-9426-B1E17DDB2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2659CC1-E923-247F-205E-CF195241F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4450" y="2235200"/>
            <a:ext cx="9144000" cy="2387600"/>
          </a:xfrm>
        </p:spPr>
        <p:txBody>
          <a:bodyPr anchor="ctr"/>
          <a:lstStyle/>
          <a:p>
            <a:r>
              <a:rPr lang="ko-KR" altLang="en-US" dirty="0"/>
              <a:t>안녕하세요</a:t>
            </a:r>
          </a:p>
        </p:txBody>
      </p:sp>
    </p:spTree>
    <p:extLst>
      <p:ext uri="{BB962C8B-B14F-4D97-AF65-F5344CB8AC3E}">
        <p14:creationId xmlns:p14="http://schemas.microsoft.com/office/powerpoint/2010/main" val="3850804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BA5D3-B9A6-D974-DCEC-20E2A2966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C4645DF-2E63-466F-C84F-ECACFA7019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4450" y="2235200"/>
            <a:ext cx="9144000" cy="2387600"/>
          </a:xfrm>
        </p:spPr>
        <p:txBody>
          <a:bodyPr anchor="ctr"/>
          <a:lstStyle/>
          <a:p>
            <a:r>
              <a:rPr lang="ko-KR" altLang="en-US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537770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AF0A9-F8F4-CA25-00D8-9BCCB3CF3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27BB47F-4889-DD29-88F0-52D477B8FB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4450" y="2235200"/>
            <a:ext cx="9144000" cy="2387600"/>
          </a:xfrm>
        </p:spPr>
        <p:txBody>
          <a:bodyPr anchor="ctr"/>
          <a:lstStyle/>
          <a:p>
            <a:r>
              <a:rPr lang="ko-KR" altLang="en-US" dirty="0"/>
              <a:t>도와주세요</a:t>
            </a:r>
          </a:p>
        </p:txBody>
      </p:sp>
    </p:spTree>
    <p:extLst>
      <p:ext uri="{BB962C8B-B14F-4D97-AF65-F5344CB8AC3E}">
        <p14:creationId xmlns:p14="http://schemas.microsoft.com/office/powerpoint/2010/main" val="3579191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A38AE-5EAB-514A-3939-A326195AF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E74AA67-9EC9-DEF6-1468-8EA4DBD5E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4450" y="2235200"/>
            <a:ext cx="9144000" cy="2387600"/>
          </a:xfrm>
        </p:spPr>
        <p:txBody>
          <a:bodyPr anchor="ctr"/>
          <a:lstStyle/>
          <a:p>
            <a:r>
              <a:rPr lang="ko-KR" altLang="en-US" dirty="0"/>
              <a:t>죄송합니다</a:t>
            </a:r>
          </a:p>
        </p:txBody>
      </p:sp>
    </p:spTree>
    <p:extLst>
      <p:ext uri="{BB962C8B-B14F-4D97-AF65-F5344CB8AC3E}">
        <p14:creationId xmlns:p14="http://schemas.microsoft.com/office/powerpoint/2010/main" val="2176555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케치, 라인 아트, 그림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17AC69-07D5-57FD-690A-F4A087B97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930" y="958241"/>
            <a:ext cx="7702140" cy="494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548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케치, 라인 아트, 그림, 선그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2A7952-F254-DFEA-EDD6-6615C2A2D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140" y="319414"/>
            <a:ext cx="4805720" cy="621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056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케치, 라인 아트, 그림, 선그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BDA37B-0D23-448A-82F8-5E42EC4A5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126" y="131523"/>
            <a:ext cx="4995748" cy="659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509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라인 아트, 스케치, 선그림, 그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C2C5EE-DEC4-4184-BFCD-C99ADB885A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125" y="434898"/>
            <a:ext cx="5769750" cy="598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582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7B43E-BA24-8598-DF24-B69D18F78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케치, 라인 아트, 그림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AFD6F3-0BCB-6F22-6F59-E796F401F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140" y="2336151"/>
            <a:ext cx="6335399" cy="4064648"/>
          </a:xfrm>
          <a:prstGeom prst="rect">
            <a:avLst/>
          </a:prstGeom>
        </p:spPr>
      </p:pic>
      <p:sp>
        <p:nvSpPr>
          <p:cNvPr id="2" name="제목 3">
            <a:extLst>
              <a:ext uri="{FF2B5EF4-FFF2-40B4-BE49-F238E27FC236}">
                <a16:creationId xmlns:a16="http://schemas.microsoft.com/office/drawing/2014/main" id="{FB47989A-0CF1-35F9-11D2-9A0C28F0B574}"/>
              </a:ext>
            </a:extLst>
          </p:cNvPr>
          <p:cNvSpPr txBox="1">
            <a:spLocks/>
          </p:cNvSpPr>
          <p:nvPr/>
        </p:nvSpPr>
        <p:spPr>
          <a:xfrm>
            <a:off x="1524000" y="104140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안녕하세요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5557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78D55-1028-75AD-378A-621D69695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>
            <a:extLst>
              <a:ext uri="{FF2B5EF4-FFF2-40B4-BE49-F238E27FC236}">
                <a16:creationId xmlns:a16="http://schemas.microsoft.com/office/drawing/2014/main" id="{8BC458CB-5942-6589-F3AA-8B08EF1C4499}"/>
              </a:ext>
            </a:extLst>
          </p:cNvPr>
          <p:cNvSpPr txBox="1">
            <a:spLocks/>
          </p:cNvSpPr>
          <p:nvPr/>
        </p:nvSpPr>
        <p:spPr>
          <a:xfrm>
            <a:off x="1524000" y="104140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감사합니다</a:t>
            </a:r>
          </a:p>
        </p:txBody>
      </p:sp>
      <p:pic>
        <p:nvPicPr>
          <p:cNvPr id="3" name="그림 2" descr="스케치, 라인 아트, 그림, 선그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92AF38-D2FC-0587-EB62-966D180806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790" y="2235200"/>
            <a:ext cx="3281246" cy="424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15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254E0-B81D-1165-07E2-F42AA9954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>
            <a:extLst>
              <a:ext uri="{FF2B5EF4-FFF2-40B4-BE49-F238E27FC236}">
                <a16:creationId xmlns:a16="http://schemas.microsoft.com/office/drawing/2014/main" id="{08D2FD41-32E5-9003-CE16-7D6DCBE4B072}"/>
              </a:ext>
            </a:extLst>
          </p:cNvPr>
          <p:cNvSpPr txBox="1">
            <a:spLocks/>
          </p:cNvSpPr>
          <p:nvPr/>
        </p:nvSpPr>
        <p:spPr>
          <a:xfrm>
            <a:off x="1524000" y="104140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도와주세요</a:t>
            </a:r>
          </a:p>
        </p:txBody>
      </p:sp>
      <p:pic>
        <p:nvPicPr>
          <p:cNvPr id="4" name="그림 3" descr="스케치, 라인 아트, 그림, 선그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44FC12-F3E8-F84F-82F2-AECFE54AB8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703" y="1841324"/>
            <a:ext cx="3558225" cy="469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524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041CD-5AAB-8003-68A6-0608FE3E5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>
            <a:extLst>
              <a:ext uri="{FF2B5EF4-FFF2-40B4-BE49-F238E27FC236}">
                <a16:creationId xmlns:a16="http://schemas.microsoft.com/office/drawing/2014/main" id="{EFB42372-1368-3625-5BE0-5877223DC74C}"/>
              </a:ext>
            </a:extLst>
          </p:cNvPr>
          <p:cNvSpPr txBox="1">
            <a:spLocks/>
          </p:cNvSpPr>
          <p:nvPr/>
        </p:nvSpPr>
        <p:spPr>
          <a:xfrm>
            <a:off x="1524000" y="104140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죄송합니다</a:t>
            </a:r>
          </a:p>
        </p:txBody>
      </p:sp>
      <p:pic>
        <p:nvPicPr>
          <p:cNvPr id="3" name="그림 2" descr="라인 아트, 스케치, 선그림, 그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0A899D9-E6F4-0223-E465-0BBC5E487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7509" y="2016690"/>
            <a:ext cx="4390491" cy="455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320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십자형 3">
            <a:extLst>
              <a:ext uri="{FF2B5EF4-FFF2-40B4-BE49-F238E27FC236}">
                <a16:creationId xmlns:a16="http://schemas.microsoft.com/office/drawing/2014/main" id="{2072260C-A0D1-790A-EE62-89F3FCB65332}"/>
              </a:ext>
            </a:extLst>
          </p:cNvPr>
          <p:cNvSpPr/>
          <p:nvPr/>
        </p:nvSpPr>
        <p:spPr>
          <a:xfrm>
            <a:off x="5638800" y="2971800"/>
            <a:ext cx="914400" cy="914400"/>
          </a:xfrm>
          <a:prstGeom prst="plus">
            <a:avLst>
              <a:gd name="adj" fmla="val 40068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092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</Words>
  <Application>Microsoft Office PowerPoint</Application>
  <PresentationFormat>와이드스크린</PresentationFormat>
  <Paragraphs>9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Rest</vt:lpstr>
      <vt:lpstr>안녕하세요</vt:lpstr>
      <vt:lpstr>감사합니다</vt:lpstr>
      <vt:lpstr>도와주세요</vt:lpstr>
      <vt:lpstr>죄송합니다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우용 정</dc:creator>
  <cp:lastModifiedBy>우용 정</cp:lastModifiedBy>
  <cp:revision>2</cp:revision>
  <dcterms:created xsi:type="dcterms:W3CDTF">2025-07-25T06:03:44Z</dcterms:created>
  <dcterms:modified xsi:type="dcterms:W3CDTF">2025-07-25T15:03:02Z</dcterms:modified>
</cp:coreProperties>
</file>